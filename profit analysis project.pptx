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F97C-28F0-AB42-FD07-76DE4EC7B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CCCC-7DE5-35EF-61C8-D0FB5EB5E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33B69-F7C8-8C6D-EEC8-73262850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07F6A-D75E-D8CE-8C8C-0D3E17D1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82618-8CD2-62B9-6562-0A3DB387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152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11A7D-79D7-5FA2-C522-9E3C0E6C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E3B7-CD94-1303-2E45-0B4950C16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F39C-3D43-8F84-CD5E-0E6398CF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A35D-0F27-4C73-E60B-EDA09231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F9D01-E4EB-9E23-F2FD-98C128EA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0125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A5B4-6A92-26B3-9460-9C85451C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320AA-C7D1-F8BE-477F-E78453FF9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31651-64FF-75A2-A91A-F0B292839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CBD75-818F-AA84-ACE7-EAD6E87B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35A34-452A-1021-DCA0-5944430F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663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DB30-315E-5C89-BA4D-32598AD7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F0F29-6A22-F7CD-448A-5D032FC6B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74AA4-7C6D-F4D9-0852-83274E00D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692B0-CD59-8E37-02BD-406A5CA8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82524-6FEC-0924-403C-830C4619C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F98FE-8C04-3807-4AC4-FF8DEE9C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1713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BADA-09DA-43C5-1982-044914E2C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BCC2D-572E-E37F-5D8E-728D8BED0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34A97-EFD1-F125-A191-DC4A8DCDF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A75B9-D90F-5F01-4E07-28671E414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7EDDF-7680-C89D-D772-9F59E88E5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7A197-93D6-D505-9FF0-BE240F95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4303C-B564-2C7E-CA3D-16BFDE2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04D70-4F69-9742-6D18-456478FC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6531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EF21-E8F4-1DA6-A3ED-121BC8AF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7650A-6C52-72B5-B83D-3E965917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CC7ED-627D-F81A-8FFF-88A44D83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D599C-1C23-A03D-B8EE-CD8BC170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0558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DD7C0E-FF5A-08DA-3D22-0865251E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5260E-98AB-8359-4C9C-5589C1F1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65665-2054-70B4-1D57-78C01099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4428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13A1-934B-AB6B-9477-F503D253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C9DA8-23B1-331C-01A5-4F46BD565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38567-B919-1D5C-18D5-C6E54E246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8CE48-2BDE-4242-E690-95854363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94B2F-0DD1-B5E5-EF2F-619C6664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9D69E-8139-C83B-F215-8E6CC8C0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0454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1A53-FAA5-9E72-C01A-A1E4AC94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EF051-5EA0-CB99-861B-80908AEFC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611C6-264D-C284-A7BB-8A23274C4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71E67-52F3-21A1-0785-4D0CD4D6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1CF35-6C40-3172-62C3-9299F48E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2DF63-F3A3-FE54-6105-96F3B60F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6030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7CE-DA2D-E23B-DD48-29CA4862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67478-6746-674D-0B4A-AC0F98DCC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A795B-142E-A17F-DAB1-B32EF1F65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2F507-7688-CFD2-7BE1-17B507BE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411CA-DDA8-B701-D72A-B2E47338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303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C13C6-D1FB-F9DE-2397-C9F624A60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29C32-935B-5FD4-8488-0016C12AB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5F288-7A08-ED24-2F6C-6903758E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51D1C-2727-4661-CA90-633E59EF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5DB05-A78C-C03E-DCFE-1698A11A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5513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6B20A-C34D-EE91-ACE8-444C24A3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777EE-EB9F-0421-F37C-40D065337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456DB-AAC4-2A8A-FA19-3C5EA3010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18B6D-3121-4805-BFE0-57D8CB6406D3}" type="datetimeFigureOut">
              <a:rPr lang="en-AE" smtClean="0"/>
              <a:t>19/03/2026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BDB97-766A-52CB-BB18-87DBC7963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AFA4-C873-201A-9210-0738CC9CE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14A65-8645-40B2-B4C7-0CBB5A3669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4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C1E0-FBF5-FDB5-A07A-9C84684E5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895" y="1122363"/>
            <a:ext cx="9707105" cy="1155888"/>
          </a:xfrm>
        </p:spPr>
        <p:txBody>
          <a:bodyPr>
            <a:normAutofit/>
          </a:bodyPr>
          <a:lstStyle/>
          <a:p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anose="020B0603030403030204" pitchFamily="34" charset="-78"/>
                <a:cs typeface="Dubai Medium" panose="020B0603030403030204" pitchFamily="34" charset="-78"/>
              </a:rPr>
              <a:t>Startup Profit Prediction Analysis</a:t>
            </a:r>
            <a:endParaRPr lang="en-AE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3139-B48A-BAB7-9995-6390D16B7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895" y="2882686"/>
            <a:ext cx="9707105" cy="379708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 Data Analysis &amp; Regression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the factors that contribute to the profitability of 50 startup companies.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 investigated the relationship between expenditures (R&amp;D, Administration, and Marketing) and the resulting Net Profit.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9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E631-9C32-D543-E240-E39961B2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8830-C73C-D3BA-CB92-35B201895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&amp; Libraries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3.x (Anaconda Environment)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(Data Cleaning), NumPy (Calculations), Matplotlib &amp; Seaborn (Visualization)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(Data extraction and structured queries)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(Interactive Dashboards), GitHub (Version Control)</a:t>
            </a:r>
          </a:p>
          <a:p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7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6F48-B727-CAC2-21D7-8DE9219B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5736"/>
          </a:xfrm>
        </p:spPr>
        <p:txBody>
          <a:bodyPr/>
          <a:lstStyle/>
          <a:p>
            <a:r>
              <a:rPr lang="en-US" dirty="0"/>
              <a:t>Cont..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E755-B08D-2F64-56CA-9A03BDB0D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53" y="1825624"/>
            <a:ext cx="11251769" cy="466724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Steps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 and outliers in the startup dataset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correlation heatmaps and boxplots to visualize the relationship between R&amp;D spend and Profit.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a prediction model to estimate company profit based on investment variables.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Integration: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Managed patient and admission data (Medical History) to practice relational database management.</a:t>
            </a:r>
          </a:p>
          <a:p>
            <a:pPr>
              <a:lnSpc>
                <a:spcPct val="150000"/>
              </a:lnSpc>
            </a:pP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64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4FE7-47E4-99ED-C0EC-27E6FB1E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1234"/>
          </a:xfrm>
        </p:spPr>
        <p:txBody>
          <a:bodyPr/>
          <a:lstStyle/>
          <a:p>
            <a:r>
              <a:rPr lang="en-US" dirty="0"/>
              <a:t>Cont..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1ADEC-633A-45C7-E171-AE05C8903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451" y="1825624"/>
            <a:ext cx="10904349" cy="466724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Deliverables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Scripts: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and regression prediction logic.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PowerPoint Presentation: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detailed risk assessment and project summary.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showing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R&amp;D Spend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strongest positive correlation with Profit.</a:t>
            </a:r>
          </a:p>
          <a:p>
            <a:pPr>
              <a:lnSpc>
                <a:spcPct val="150000"/>
              </a:lnSpc>
            </a:pP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13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Dubai Medium</vt:lpstr>
      <vt:lpstr>Times New Roman</vt:lpstr>
      <vt:lpstr>Wingdings</vt:lpstr>
      <vt:lpstr>Office Theme</vt:lpstr>
      <vt:lpstr>Startup Profit Prediction Analysis</vt:lpstr>
      <vt:lpstr>Cont…</vt:lpstr>
      <vt:lpstr>Cont..</vt:lpstr>
      <vt:lpstr>Cont..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ecclesasates erdachew</dc:creator>
  <cp:lastModifiedBy>ecclesasates erdachew</cp:lastModifiedBy>
  <cp:revision>1</cp:revision>
  <dcterms:created xsi:type="dcterms:W3CDTF">2026-03-19T07:52:45Z</dcterms:created>
  <dcterms:modified xsi:type="dcterms:W3CDTF">2026-03-19T07:54:18Z</dcterms:modified>
</cp:coreProperties>
</file>